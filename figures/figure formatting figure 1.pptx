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C3A7"/>
    <a:srgbClr val="B09269"/>
    <a:srgbClr val="655947"/>
    <a:srgbClr val="A37D55"/>
    <a:srgbClr val="755A42"/>
    <a:srgbClr val="5E49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DD43-D67B-0D43-1D76-EACC43CB7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F6A50-8588-E0B3-0274-44D3B8D50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2358-F9B8-BAC7-DD0A-528983F9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6445E-C617-30DA-11D8-719EECB18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4292-0465-D2AF-0999-C61BC2DD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65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4A4B-02A4-10EB-94F3-C803D55B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3BE43-E0E6-76B5-725C-5DDD72D31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2C815-15AC-5C6D-1138-403E57C7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83001-D649-0833-F970-E1BA65D4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07172-E8CA-2D98-4D6D-10CE0686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2E67-410D-5528-ABE0-A54EF673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ED90D-C355-8644-7CFB-B71D5C70E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CDCD3-C7D4-E035-F029-10099404C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B6BB5-CCA9-1D44-6C83-705B3335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7796A-8E09-DF3B-7D8E-798D4F00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9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8DD6-9318-B3B2-723F-356B8011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D6E9B-90FC-0A68-2A6E-934383308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9F52A-EE51-75C1-4F5A-C2C6EBD58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BB90F-43C1-1C1E-3C13-B0771598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78733-6F2C-70AE-6F2A-8FD36B25D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1F6B6-6A20-88E6-D03A-7F320E2A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0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8DE7-D0AA-4693-EFB9-FB514315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4D739-6BD7-6E8A-ADB4-DB97C8D25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E4F41-6DB9-0009-B0FC-F7325CCD7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5FC8F-4F45-0B2A-31AF-B81B7A7BB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337FF-5EF2-FD74-5CFD-CAD18A6FA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24074-7A98-0DA9-B27D-11F25BE9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FA759-C199-CBAA-2C90-F7288E38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AAECC-CAFA-C706-DC21-16D6BE79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0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F1B39-EEFD-58D8-E6B1-96015DBD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AD26C-0A8B-B8F2-3F99-E0473FD7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E26D6-B948-26FB-8870-732694400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17264-B588-9064-A8B5-5449D504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2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46FDAF-85B8-C695-BE3B-6BE253AE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2A276-3FB5-474C-9AAE-70636BCB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71833-A1A6-9921-9CC1-761E43F9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8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E0CA-DD3D-8D40-1218-F155FE1D8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F783F-F480-0A1F-264B-CCF7FBBB8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9C73A-8626-4521-3221-099AFFB53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1A092-A40D-ADA0-C762-4991FE972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B9041-F6DA-A7DD-D3DB-A7EC860B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FCF5F-7544-1112-E279-194CD177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06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3DDE-878E-5768-004F-AF1F32FC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117C9-6252-4B5A-55EE-490280B4AD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09B17-0100-B5EB-3D07-04B7A781F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FF859-8C09-4444-6BA4-2E8866A4F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D7F7C-ACF1-BB7C-5FBB-B445558B4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A4BDF-ADE4-61AF-A85B-7B257AFB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5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B948-9584-79AB-D617-7EA34CFD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8F014-C905-2417-E275-0DF7C25A3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F3D38-DEF3-4F2D-E72E-36C6B8E4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9FD79-2CF2-3904-1EAA-34F3560E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555C-09FB-1E1C-F222-DC225EA7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0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C98F2-F123-1B06-22DB-AD9B7278D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681B5-C6E0-9D3E-F0BC-61A774F12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ADEFD-CEA3-3C5E-A266-6338830D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CEFC5-45D0-37DD-8EA1-C25D79EC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EFA26-0AEA-85BF-8959-A66D6AA4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0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A86BDF-3154-342B-19E7-9F103469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EFCCA-CA23-63EF-02AC-CF2BECC6B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CABC9-2998-5DBC-6014-161B92545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9B22D-7CCA-405A-AF83-83EB3DB387C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23D5E-923A-9115-A9F8-8C0B9D56D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8015D-F7FF-6FE6-3598-C41E32729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920B5-3033-4BB2-8EC2-8BA71D6CE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2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A08D36-13D4-3C29-D29A-518494A0B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37" y="1170670"/>
            <a:ext cx="9926474" cy="41248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27A49C8-207C-C1F9-BB08-26E2105AD511}"/>
              </a:ext>
            </a:extLst>
          </p:cNvPr>
          <p:cNvSpPr/>
          <p:nvPr/>
        </p:nvSpPr>
        <p:spPr>
          <a:xfrm>
            <a:off x="2552281" y="391886"/>
            <a:ext cx="914400" cy="914400"/>
          </a:xfrm>
          <a:prstGeom prst="rect">
            <a:avLst/>
          </a:prstGeom>
          <a:solidFill>
            <a:srgbClr val="D9C3A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6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56C63D-CD71-E016-8AA7-895E93B2F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86" y="0"/>
            <a:ext cx="8275627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97CB61-E722-A94A-F0BF-963642DC49E4}"/>
              </a:ext>
            </a:extLst>
          </p:cNvPr>
          <p:cNvSpPr txBox="1"/>
          <p:nvPr/>
        </p:nvSpPr>
        <p:spPr>
          <a:xfrm>
            <a:off x="3906000" y="276924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70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51366-11D3-08E7-E96D-2904F942FC3E}"/>
              </a:ext>
            </a:extLst>
          </p:cNvPr>
          <p:cNvSpPr txBox="1"/>
          <p:nvPr/>
        </p:nvSpPr>
        <p:spPr>
          <a:xfrm>
            <a:off x="5867535" y="891440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55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ECEF2-2C93-3A21-0E84-A6C9876F0850}"/>
              </a:ext>
            </a:extLst>
          </p:cNvPr>
          <p:cNvSpPr txBox="1"/>
          <p:nvPr/>
        </p:nvSpPr>
        <p:spPr>
          <a:xfrm>
            <a:off x="5812578" y="1689095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17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DA4A5E-2BFB-420E-67A6-FF8365238C39}"/>
              </a:ext>
            </a:extLst>
          </p:cNvPr>
          <p:cNvSpPr txBox="1"/>
          <p:nvPr/>
        </p:nvSpPr>
        <p:spPr>
          <a:xfrm>
            <a:off x="5293945" y="1137661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32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C514FF-001D-B9E4-3B27-B925D773188F}"/>
              </a:ext>
            </a:extLst>
          </p:cNvPr>
          <p:cNvSpPr txBox="1"/>
          <p:nvPr/>
        </p:nvSpPr>
        <p:spPr>
          <a:xfrm>
            <a:off x="5148933" y="2023804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26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8BB497-73DB-0F4C-CF9F-2061D25B1E67}"/>
              </a:ext>
            </a:extLst>
          </p:cNvPr>
          <p:cNvSpPr txBox="1"/>
          <p:nvPr/>
        </p:nvSpPr>
        <p:spPr>
          <a:xfrm>
            <a:off x="8966495" y="1145027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8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5EB70F-C398-6DD9-DFA7-EF5E970EEC8E}"/>
              </a:ext>
            </a:extLst>
          </p:cNvPr>
          <p:cNvSpPr txBox="1"/>
          <p:nvPr/>
        </p:nvSpPr>
        <p:spPr>
          <a:xfrm>
            <a:off x="9234357" y="1442874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6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0260B2-F46D-A78B-B08F-D828E38F7323}"/>
              </a:ext>
            </a:extLst>
          </p:cNvPr>
          <p:cNvSpPr txBox="1"/>
          <p:nvPr/>
        </p:nvSpPr>
        <p:spPr>
          <a:xfrm>
            <a:off x="6751712" y="1736202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3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B7B2A-7E4D-0408-ABEC-601263094A30}"/>
              </a:ext>
            </a:extLst>
          </p:cNvPr>
          <p:cNvSpPr txBox="1"/>
          <p:nvPr/>
        </p:nvSpPr>
        <p:spPr>
          <a:xfrm>
            <a:off x="6723949" y="1923839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4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1BB50F-7A45-7180-DD70-14F4999F9A84}"/>
              </a:ext>
            </a:extLst>
          </p:cNvPr>
          <p:cNvSpPr txBox="1"/>
          <p:nvPr/>
        </p:nvSpPr>
        <p:spPr>
          <a:xfrm>
            <a:off x="7487471" y="2104717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5 </a:t>
            </a:r>
            <a:r>
              <a:rPr lang="el-GR" sz="1000" b="1" dirty="0"/>
              <a:t>μ</a:t>
            </a:r>
            <a:r>
              <a:rPr lang="en-US" sz="1000" b="1" dirty="0"/>
              <a:t>g/L</a:t>
            </a:r>
          </a:p>
        </p:txBody>
      </p:sp>
    </p:spTree>
    <p:extLst>
      <p:ext uri="{BB962C8B-B14F-4D97-AF65-F5344CB8AC3E}">
        <p14:creationId xmlns:p14="http://schemas.microsoft.com/office/powerpoint/2010/main" val="169848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3A86A1-00FA-4CB7-CC14-3A9A1DB94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2461" y="1269487"/>
            <a:ext cx="6227077" cy="4319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B0EB1F-605A-EBFE-B49F-5A67B8653A56}"/>
              </a:ext>
            </a:extLst>
          </p:cNvPr>
          <p:cNvSpPr txBox="1"/>
          <p:nvPr/>
        </p:nvSpPr>
        <p:spPr>
          <a:xfrm>
            <a:off x="4564072" y="1533070"/>
            <a:ext cx="519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70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FCCED3-3C87-BAE7-3E64-2ECC8CD8B66B}"/>
              </a:ext>
            </a:extLst>
          </p:cNvPr>
          <p:cNvSpPr txBox="1"/>
          <p:nvPr/>
        </p:nvSpPr>
        <p:spPr>
          <a:xfrm>
            <a:off x="5875494" y="1884744"/>
            <a:ext cx="519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55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F2C61-1889-575B-F00E-6568BE24102F}"/>
              </a:ext>
            </a:extLst>
          </p:cNvPr>
          <p:cNvSpPr txBox="1"/>
          <p:nvPr/>
        </p:nvSpPr>
        <p:spPr>
          <a:xfrm>
            <a:off x="5884071" y="2460334"/>
            <a:ext cx="519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17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B563B-2479-880A-BFA8-1F15AC7B576B}"/>
              </a:ext>
            </a:extLst>
          </p:cNvPr>
          <p:cNvSpPr txBox="1"/>
          <p:nvPr/>
        </p:nvSpPr>
        <p:spPr>
          <a:xfrm>
            <a:off x="5562451" y="2100188"/>
            <a:ext cx="519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32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FE0A3-BEE8-F0B3-77F3-18A0A7667B76}"/>
              </a:ext>
            </a:extLst>
          </p:cNvPr>
          <p:cNvSpPr txBox="1"/>
          <p:nvPr/>
        </p:nvSpPr>
        <p:spPr>
          <a:xfrm>
            <a:off x="5474769" y="2712758"/>
            <a:ext cx="519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26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BBCB89-92F1-9AAB-52B1-18DFDEAA862D}"/>
              </a:ext>
            </a:extLst>
          </p:cNvPr>
          <p:cNvSpPr txBox="1"/>
          <p:nvPr/>
        </p:nvSpPr>
        <p:spPr>
          <a:xfrm>
            <a:off x="8153824" y="2130965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8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5F770-1942-D2C4-3A2D-698767386512}"/>
              </a:ext>
            </a:extLst>
          </p:cNvPr>
          <p:cNvSpPr txBox="1"/>
          <p:nvPr/>
        </p:nvSpPr>
        <p:spPr>
          <a:xfrm>
            <a:off x="8396285" y="2324904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6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C2B5E2-A785-146D-B4C9-118E5998F5B6}"/>
              </a:ext>
            </a:extLst>
          </p:cNvPr>
          <p:cNvSpPr txBox="1"/>
          <p:nvPr/>
        </p:nvSpPr>
        <p:spPr>
          <a:xfrm>
            <a:off x="6488868" y="2476231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3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6625D-52C6-4EC7-974D-3CF1381984BF}"/>
              </a:ext>
            </a:extLst>
          </p:cNvPr>
          <p:cNvSpPr txBox="1"/>
          <p:nvPr/>
        </p:nvSpPr>
        <p:spPr>
          <a:xfrm>
            <a:off x="6573971" y="2632460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4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F572F9-975E-8257-1D51-ACF96018003A}"/>
              </a:ext>
            </a:extLst>
          </p:cNvPr>
          <p:cNvSpPr txBox="1"/>
          <p:nvPr/>
        </p:nvSpPr>
        <p:spPr>
          <a:xfrm>
            <a:off x="7194798" y="2764014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5 </a:t>
            </a:r>
            <a:r>
              <a:rPr lang="el-GR" sz="800" b="1" dirty="0"/>
              <a:t>μ</a:t>
            </a:r>
            <a:r>
              <a:rPr lang="en-US" sz="800" b="1" dirty="0"/>
              <a:t>g/L</a:t>
            </a:r>
          </a:p>
        </p:txBody>
      </p:sp>
    </p:spTree>
    <p:extLst>
      <p:ext uri="{BB962C8B-B14F-4D97-AF65-F5344CB8AC3E}">
        <p14:creationId xmlns:p14="http://schemas.microsoft.com/office/powerpoint/2010/main" val="2402346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100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dannyszydlowski1@gmail.com</dc:creator>
  <cp:lastModifiedBy>dannyszydlowski1@gmail.com</cp:lastModifiedBy>
  <cp:revision>4</cp:revision>
  <dcterms:created xsi:type="dcterms:W3CDTF">2026-03-15T02:47:17Z</dcterms:created>
  <dcterms:modified xsi:type="dcterms:W3CDTF">2026-06-30T17:57:45Z</dcterms:modified>
</cp:coreProperties>
</file>