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C3A7"/>
    <a:srgbClr val="B09269"/>
    <a:srgbClr val="655947"/>
    <a:srgbClr val="A37D55"/>
    <a:srgbClr val="755A42"/>
    <a:srgbClr val="5E493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10" d="100"/>
          <a:sy n="110" d="100"/>
        </p:scale>
        <p:origin x="-1090" y="-6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5DD43-D67B-0D43-1D76-EACC43CB72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1F6A50-8588-E0B3-0274-44D3B8D509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E2358-F9B8-BAC7-DD0A-528983F96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86445E-C617-30DA-11D8-719EECB18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74292-0465-D2AF-0999-C61BC2DD0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65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A4A4B-02A4-10EB-94F3-C803D55B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3BE43-E0E6-76B5-725C-5DDD72D31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2C815-15AC-5C6D-1138-403E57C76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83001-D649-0833-F970-E1BA65D43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807172-E8CA-2D98-4D6D-10CE0686C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46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D2E67-410D-5528-ABE0-A54EF673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2ED90D-C355-8644-7CFB-B71D5C70E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CDCD3-C7D4-E035-F029-10099404C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3B6BB5-CCA9-1D44-6C83-705B3335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7796A-8E09-DF3B-7D8E-798D4F00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594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58DD6-9318-B3B2-723F-356B8011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D6E9B-90FC-0A68-2A6E-9343833083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A9F52A-EE51-75C1-4F5A-C2C6EBD58F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BB90F-43C1-1C1E-3C13-B0771598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78733-6F2C-70AE-6F2A-8FD36B25D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1F6B6-6A20-88E6-D03A-7F320E2A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02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68DE7-D0AA-4693-EFB9-FB5143156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64D739-6BD7-6E8A-ADB4-DB97C8D25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FE4F41-6DB9-0009-B0FC-F7325CCD70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25FC8F-4F45-0B2A-31AF-B81B7A7BB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B337FF-5EF2-FD74-5CFD-CAD18A6FA9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D24074-7A98-0DA9-B27D-11F25BE99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9FA759-C199-CBAA-2C90-F7288E383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4AAECC-CAFA-C706-DC21-16D6BE790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707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F1B39-EEFD-58D8-E6B1-96015DBD7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DAD26C-0A8B-B8F2-3F99-E0473FD7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5E26D6-B948-26FB-8870-732694400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B17264-B588-9064-A8B5-5449D5046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22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46FDAF-85B8-C695-BE3B-6BE253AEF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D2A276-3FB5-474C-9AAE-70636BC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71833-A1A6-9921-9CC1-761E43F9D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785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1E0CA-DD3D-8D40-1218-F155FE1D8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F783F-F480-0A1F-264B-CCF7FBBB8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B9C73A-8626-4521-3221-099AFFB538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D1A092-A40D-ADA0-C762-4991FE972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B9041-F6DA-A7DD-D3DB-A7EC860B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9FCF5F-7544-1112-E279-194CD177E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406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3DDE-878E-5768-004F-AF1F32FC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5117C9-6252-4B5A-55EE-490280B4AD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709B17-0100-B5EB-3D07-04B7A781F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0FF859-8C09-4444-6BA4-2E8866A4F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D7F7C-ACF1-BB7C-5FBB-B445558B4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A4BDF-ADE4-61AF-A85B-7B257AFBF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5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0B948-9584-79AB-D617-7EA34CFDE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014-C905-2417-E275-0DF7C25A3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F3D38-DEF3-4F2D-E72E-36C6B8E47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9FD79-2CF2-3904-1EAA-34F3560E3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555C-09FB-1E1C-F222-DC225EA79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0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3C98F2-F123-1B06-22DB-AD9B7278D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B681B5-C6E0-9D3E-F0BC-61A774F126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ADEFD-CEA3-3C5E-A266-6338830D3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CEFC5-45D0-37DD-8EA1-C25D79EC9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EFA26-0AEA-85BF-8959-A66D6AA45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0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A86BDF-3154-342B-19E7-9F1034694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EFCCA-CA23-63EF-02AC-CF2BECC6BA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1CABC9-2998-5DBC-6014-161B925452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B9B22D-7CCA-405A-AF83-83EB3DB387CD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23D5E-923A-9115-A9F8-8C0B9D56D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8015D-F7FF-6FE6-3598-C41E32729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227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A08D36-13D4-3C29-D29A-518494A0B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37" y="1170670"/>
            <a:ext cx="9926474" cy="41248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27A49C8-207C-C1F9-BB08-26E2105AD511}"/>
              </a:ext>
            </a:extLst>
          </p:cNvPr>
          <p:cNvSpPr/>
          <p:nvPr/>
        </p:nvSpPr>
        <p:spPr>
          <a:xfrm>
            <a:off x="2552281" y="391886"/>
            <a:ext cx="914400" cy="914400"/>
          </a:xfrm>
          <a:prstGeom prst="rect">
            <a:avLst/>
          </a:prstGeom>
          <a:solidFill>
            <a:srgbClr val="D9C3A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6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3A86A1-00FA-4CB7-CC14-3A9A1DB94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2460" y="1269487"/>
            <a:ext cx="6227077" cy="43190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B0EB1F-605A-EBFE-B49F-5A67B8653A56}"/>
              </a:ext>
            </a:extLst>
          </p:cNvPr>
          <p:cNvSpPr txBox="1"/>
          <p:nvPr/>
        </p:nvSpPr>
        <p:spPr>
          <a:xfrm>
            <a:off x="4564072" y="1533070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800" b="1">
                <a:effectLst>
                  <a:glow rad="25400">
                    <a:schemeClr val="bg1">
                      <a:alpha val="40000"/>
                    </a:schemeClr>
                  </a:glow>
                </a:effectLst>
              </a:defRPr>
            </a:lvl1pPr>
          </a:lstStyle>
          <a:p>
            <a:r>
              <a:rPr lang="en-US" dirty="0"/>
              <a:t>70 </a:t>
            </a:r>
            <a:r>
              <a:rPr lang="el-GR" dirty="0"/>
              <a:t>μ</a:t>
            </a:r>
            <a:r>
              <a:rPr lang="en-US" dirty="0"/>
              <a:t>g/L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FCCED3-3C87-BAE7-3E64-2ECC8CD8B66B}"/>
              </a:ext>
            </a:extLst>
          </p:cNvPr>
          <p:cNvSpPr txBox="1"/>
          <p:nvPr/>
        </p:nvSpPr>
        <p:spPr>
          <a:xfrm>
            <a:off x="5911353" y="1629392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800" b="1">
                <a:effectLst>
                  <a:glow rad="25400">
                    <a:schemeClr val="bg1">
                      <a:alpha val="40000"/>
                    </a:schemeClr>
                  </a:glow>
                </a:effectLst>
              </a:defRPr>
            </a:lvl1pPr>
          </a:lstStyle>
          <a:p>
            <a:r>
              <a:rPr lang="en-US" dirty="0"/>
              <a:t>70 </a:t>
            </a:r>
            <a:r>
              <a:rPr lang="el-GR" dirty="0"/>
              <a:t>μ</a:t>
            </a:r>
            <a:r>
              <a:rPr lang="en-US" dirty="0"/>
              <a:t>g/L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CF2C61-1889-575B-F00E-6568BE24102F}"/>
              </a:ext>
            </a:extLst>
          </p:cNvPr>
          <p:cNvSpPr txBox="1"/>
          <p:nvPr/>
        </p:nvSpPr>
        <p:spPr>
          <a:xfrm>
            <a:off x="5875494" y="2420185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19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CB563B-2479-880A-BFA8-1F15AC7B576B}"/>
              </a:ext>
            </a:extLst>
          </p:cNvPr>
          <p:cNvSpPr txBox="1"/>
          <p:nvPr/>
        </p:nvSpPr>
        <p:spPr>
          <a:xfrm>
            <a:off x="5615647" y="1844836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effectLst/>
              </a:rPr>
              <a:t>42 </a:t>
            </a:r>
            <a:r>
              <a:rPr lang="el-GR" sz="800" b="1" dirty="0">
                <a:effectLst/>
              </a:rPr>
              <a:t>μ</a:t>
            </a:r>
            <a:r>
              <a:rPr lang="en-US" sz="800" b="1" dirty="0">
                <a:effectLst/>
              </a:rPr>
              <a:t>g/L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BFE0A3-BEE8-F0B3-77F3-18A0A7667B76}"/>
              </a:ext>
            </a:extLst>
          </p:cNvPr>
          <p:cNvSpPr txBox="1"/>
          <p:nvPr/>
        </p:nvSpPr>
        <p:spPr>
          <a:xfrm>
            <a:off x="5316051" y="2735563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800" b="1">
                <a:effectLst/>
              </a:defRPr>
            </a:lvl1pPr>
          </a:lstStyle>
          <a:p>
            <a:r>
              <a:rPr lang="en-US" dirty="0"/>
              <a:t>26 </a:t>
            </a:r>
            <a:r>
              <a:rPr lang="el-GR" dirty="0"/>
              <a:t>μ</a:t>
            </a:r>
            <a:r>
              <a:rPr lang="en-US" dirty="0"/>
              <a:t>g/L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BBCB89-92F1-9AAB-52B1-18DFDEAA862D}"/>
              </a:ext>
            </a:extLst>
          </p:cNvPr>
          <p:cNvSpPr txBox="1"/>
          <p:nvPr/>
        </p:nvSpPr>
        <p:spPr>
          <a:xfrm>
            <a:off x="7815628" y="2109460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6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45F770-1942-D2C4-3A2D-698767386512}"/>
              </a:ext>
            </a:extLst>
          </p:cNvPr>
          <p:cNvSpPr txBox="1"/>
          <p:nvPr/>
        </p:nvSpPr>
        <p:spPr>
          <a:xfrm>
            <a:off x="8136310" y="2324904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7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C2B5E2-A785-146D-B4C9-118E5998F5B6}"/>
              </a:ext>
            </a:extLst>
          </p:cNvPr>
          <p:cNvSpPr txBox="1"/>
          <p:nvPr/>
        </p:nvSpPr>
        <p:spPr>
          <a:xfrm>
            <a:off x="8622466" y="2485195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3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6625D-52C6-4EC7-974D-3CF1381984BF}"/>
              </a:ext>
            </a:extLst>
          </p:cNvPr>
          <p:cNvSpPr txBox="1"/>
          <p:nvPr/>
        </p:nvSpPr>
        <p:spPr>
          <a:xfrm>
            <a:off x="8470013" y="2632460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4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F572F9-975E-8257-1D51-ACF96018003A}"/>
              </a:ext>
            </a:extLst>
          </p:cNvPr>
          <p:cNvSpPr txBox="1"/>
          <p:nvPr/>
        </p:nvSpPr>
        <p:spPr>
          <a:xfrm>
            <a:off x="6683814" y="2755050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4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</p:spTree>
    <p:extLst>
      <p:ext uri="{BB962C8B-B14F-4D97-AF65-F5344CB8AC3E}">
        <p14:creationId xmlns:p14="http://schemas.microsoft.com/office/powerpoint/2010/main" val="2402346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12702</TotalTime>
  <Words>50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dannyszydlowski1@gmail.com</dc:creator>
  <cp:lastModifiedBy>dannyszydlowski1@gmail.com</cp:lastModifiedBy>
  <cp:revision>5</cp:revision>
  <dcterms:created xsi:type="dcterms:W3CDTF">2026-03-15T02:47:17Z</dcterms:created>
  <dcterms:modified xsi:type="dcterms:W3CDTF">2026-07-08T16:05:05Z</dcterms:modified>
</cp:coreProperties>
</file>